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43486" y="2561417"/>
            <a:ext cx="1150406" cy="210677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842320"/>
            <a:ext cx="300106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992849" y="2355494"/>
            <a:ext cx="201168" cy="20116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02488" y="2680655"/>
            <a:ext cx="182880" cy="1828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