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 is ours, with invented PHP values to show Lim (2016), p. 231.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9255" y="2882327"/>
            <a:ext cx="237177" cy="1270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2977621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898209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10024448" y="293575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63977" y="29516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1012685" y="25863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U is ours, with invented PHP ranges to show Lim (2016), p. 232.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93208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129784"/>
            <a:ext cx="629107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454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824934" cy="236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2131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3038550" cy="1673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68373" y="2675279"/>
            <a:ext cx="1004413" cy="127867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93427" y="3122816"/>
            <a:ext cx="179359" cy="83114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01043" y="3144127"/>
            <a:ext cx="0" cy="809829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8200750" y="353974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43242" y="371023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173705" y="371023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270824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76811" y="3092667"/>
            <a:ext cx="0" cy="775522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570567" y="3072258"/>
            <a:ext cx="177073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53885" y="3174301"/>
            <a:ext cx="247902" cy="34694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52139" y="362898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16725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49995" y="354735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64323" y="2791985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153721"/>
            <a:ext cx="1133271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676811" y="2165903"/>
            <a:ext cx="212488" cy="347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50089" y="29609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00136" y="30861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93798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2299935"/>
            <a:ext cx="1311651" cy="16698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84369"/>
            <a:ext cx="234223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912199"/>
            <a:ext cx="0" cy="105754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7079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934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934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2280257"/>
            <a:ext cx="1311651" cy="163607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52884"/>
            <a:ext cx="234223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880152"/>
            <a:ext cx="0" cy="10361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246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428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428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