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mark 1 for the hover and mark 2 for the later decline. The book's point is delayed follow-through.</a:t>
            </a:r>
          </a:p>
          <a:p>
            <a:r>
              <a:rPr sz="1400"/>
              <a:t>- Separate the pattern definition from the later price path. The latter is a caveat, not part of the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converse with the invented prices before reading the figure.</a:t>
            </a:r>
          </a:p>
          <a:p>
            <a:r>
              <a:rPr sz="1400"/>
              <a:t>- The rapid rebound is the book's observation in Figure 7.14, not a promise for every bullish key reversal.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bullish key reversal below the lower band. Mark 2 is the book's oversold StochRSI label.</a:t>
            </a:r>
          </a:p>
          <a:p>
            <a:r>
              <a:rPr sz="1400"/>
              <a:t>- Mark 3 is the high-volume reading. Lim calls these conditions greater potential,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first close near the high, then the second near the low.</a:t>
            </a:r>
          </a:p>
          <a:p>
            <a:r>
              <a:rPr sz="1400"/>
              <a:t>- The values and volume are ours, invented. The wider-range preference comes from Lim, p. 220.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marks 1 and 2 as the two closing positions. The book prefers wider ranges for both bars.</a:t>
            </a:r>
          </a:p>
          <a:p>
            <a:r>
              <a:rPr sz="1400"/>
              <a:t>- CCI is a label in Lim's figure. Chapter 7 does not define its formula, so do not infer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volumes left to right: strong, quiet, strong.</a:t>
            </a:r>
          </a:p>
          <a:p>
            <a:r>
              <a:rPr sz="1400"/>
              <a:t>- The arithmetic and volume are ours, invented; the interpretation follows Lim, pp. 221 to 223.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Marks 1, 2 and 3 identify the first, middle and third bars. The first closes near its high and the third near its low.</a:t>
            </a:r>
          </a:p>
          <a:p>
            <a:r>
              <a:rPr sz="1400"/>
              <a:t>- The figure also labels bearish +DM divergence and shows rapid later decline, not a guaranteed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first outer volume bar, mark 2 is the quiet middle volume bar, and mark 3 is the final outer bar.</a:t>
            </a:r>
          </a:p>
          <a:p>
            <a:r>
              <a:rPr sz="1400"/>
              <a:t>- The volume relationship is the book's clue. It does not make the reversal 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three-bar group. Mark 2 is the oversold StochRSI label.</a:t>
            </a:r>
          </a:p>
          <a:p>
            <a:r>
              <a:rPr sz="1400"/>
              <a:t>- Mark 3 points to the last close between the bands, which Lim calls bullish. The formulas are not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keeps the first three-bar reversal separate. Mark 2 identifies its large third bar near its high.</a:t>
            </a:r>
          </a:p>
          <a:p>
            <a:r>
              <a:rPr sz="1400"/>
              <a:t>- Mark 3 boxes the later outside day and its close near the low. Lim says the third bar adds bullishness,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first bar, mark 2 identifies the lower-volume middle bar, and mark 3 identifies the third bar.</a:t>
            </a:r>
          </a:p>
          <a:p>
            <a:r>
              <a:rPr sz="1400"/>
              <a:t>- Lim links this arrangement to pattern 6 in Figure 7.9. That link recalls the earlier generic pattern; it adds no new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gap up, the isolated bars, then the gap down.</a:t>
            </a:r>
          </a:p>
          <a:p>
            <a:r>
              <a:rPr sz="1400"/>
              <a:t>- Gap meaning points back to Chapter 3. The prices and volume are ours,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 island is isolated by two gaps: mark 1 is the gap up and mark 3 the gap down.</a:t>
            </a:r>
          </a:p>
          <a:p>
            <a:r>
              <a:rPr sz="1400"/>
              <a:t>- Mark 2 is the isolated formation. Lim also observes low volume and an overbought stochastic label; no formula is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answer from the preceding island slides. The two gaps define the formation; the stochastic label is not a Chapter 7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answer from the preceding island slides. The two gaps define the formation; the stochastic label is not a Chapter 7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final bar and mark 2 boxes its inside relationship with the prior bar.</a:t>
            </a:r>
          </a:p>
          <a:p>
            <a:r>
              <a:rPr sz="1400"/>
              <a:t>- Mark 3's top and bottom edges sit on the printed long and short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five counted monthly ranges are 12, 10, 9, 7, and 5 PHP; the fifth bar is inside the fourth.</a:t>
            </a:r>
          </a:p>
          <a:p>
            <a:r>
              <a:rPr sz="1400"/>
              <a:t>- The sixth bar breaks above PHP 31.00. The example is invented to show the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3571" y="1810512"/>
            <a:ext cx="52395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43" y="1929384"/>
            <a:ext cx="5001768" cy="35112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93504" y="2315626"/>
            <a:ext cx="1150406" cy="66714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93751" y="2736982"/>
            <a:ext cx="300106" cy="24579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7642920" y="3404128"/>
            <a:ext cx="1450513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9001993" y="2399751"/>
            <a:ext cx="182880" cy="18288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411632" y="2654686"/>
            <a:ext cx="164592" cy="16459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202064" y="3172236"/>
            <a:ext cx="182880" cy="18288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FIN1209 teaching chart U. All PHP values, marks and labels are ours, invented.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trend sentiment: bullish in an uptrend, bearish in a downtrend. Intrinsic sentiment is a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4 defines an inverted head and shoulders as bullish; in an uptrend, bullish biases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Four invented cells: uptrend plus bullish formation and downtrend plus bearish formation are continuation; the mixed pairs are potential reversals.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Read the rows first: an uptrend has bullish trend sentiment; a downtrend has bearish trend sentiment. Columns show bullish or bearish formation.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two agreement cells are continuation; the two mixed cells are potential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Lim's rule: agreement means continuation; disagreement means reversal (p. 211). Compare both sentiments.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70651" y="1810512"/>
            <a:ext cx="57424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9523" y="1929384"/>
            <a:ext cx="5504688" cy="35112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79" y="5650991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07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35130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49237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4 calls it bullish. In an uptrend, bullish biases agree: potential continuation (p.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43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rcRect l="50" r="50"/>
          <a:stretch>
            <a:fillRect/>
          </a:stretch>
        </p:blipFill>
        <p:spPr>
          <a:xfrm>
            <a:off x="5788151" y="1325880"/>
            <a:ext cx="5507431" cy="351656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52754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Read the prior high and close first.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1. Open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2. New high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3. Close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4. Volume 4.2m versus 2.0m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Meaning/action: bearish key reversal, a potential warning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42245" y="2811765"/>
            <a:ext cx="325663" cy="15213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42245" y="2477069"/>
            <a:ext cx="325663" cy="15213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42245" y="3511585"/>
            <a:ext cx="325663" cy="1521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42245" y="4302686"/>
            <a:ext cx="390796" cy="18256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05204" y="28084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33522" y="216948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33522" y="366040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38064" y="4460652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89170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25746"/>
            <a:ext cx="610819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41441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810512"/>
            <a:ext cx="3916374" cy="24207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1" y="1929384"/>
            <a:ext cx="3678631" cy="2183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16951" y="1929384"/>
            <a:ext cx="36786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2203703"/>
            <a:ext cx="3129990" cy="172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9143583" y="3130055"/>
            <a:ext cx="257504" cy="50209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3583" y="3435681"/>
            <a:ext cx="257504" cy="3711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06797" y="3632154"/>
            <a:ext cx="349469" cy="45843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85811" y="297460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749024" y="365134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712238" y="391331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322735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675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9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6990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8877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8877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309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54524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6933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1752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4524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5394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01040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05859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79356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650991"/>
            <a:ext cx="36420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023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Exhaustion: in an uptrend, it opens at 65.40 above prior high 65.00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reaches 66.20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closes at 60.50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; the next bar opens at 60.20 with no gap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Pin bar: it penetrates support at 40.00 to 38.80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(5)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then rapidly retraces and closes at 40.60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(6)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39" y="1810512"/>
            <a:ext cx="7025335" cy="34085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1" y="1929384"/>
            <a:ext cx="6787591" cy="317084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902471" y="2642824"/>
            <a:ext cx="135751" cy="12683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02471" y="2468427"/>
            <a:ext cx="135751" cy="12683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902471" y="3736765"/>
            <a:ext cx="169689" cy="19025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7072161" y="3768474"/>
            <a:ext cx="678759" cy="63417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0228391" y="3831891"/>
            <a:ext cx="237565" cy="2219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28391" y="3102596"/>
            <a:ext cx="237565" cy="19025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2730" y="2322419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7229365" y="2290710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7161489" y="393955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7976000" y="3559048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9876525" y="4129801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10758912" y="302000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310541"/>
            <a:ext cx="7025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1148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557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5571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94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47033"/>
            <a:ext cx="45720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47033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29913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61078"/>
            <a:ext cx="40233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consolidation can come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says a rapid decline may not follow. The market can hover near the key bar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falling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(p. 219).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the key bar closes PHP 50.80, then prices hover at PHP 50.60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declining to PHP 48.90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treat the bar as a potential warning; wait for the surrounding context rather than assuming timing.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wide bar may make follow-through more reliable, but width does not guarantee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199" y="1810512"/>
            <a:ext cx="4099255" cy="32927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4071" y="1929384"/>
            <a:ext cx="3861511" cy="30550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861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8392" y="2203703"/>
            <a:ext cx="3312871" cy="2597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the later consolidation and decline.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212" y="2357091"/>
            <a:ext cx="424766" cy="45825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44054" y="2418192"/>
            <a:ext cx="424766" cy="7943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05120" y="2106873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33879" y="317614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5194751"/>
            <a:ext cx="4099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219, Figure 7.15. The PHP path is ours, invented to show consolidation.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the bullish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6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downtrend, the converse makes a new low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then closes near or above the previous close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the prior low is PHP 42.00 and close PHP 41.00; the new low is PHP 40.50, then the close is PHP 43.20 on 4.0 million shares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Lim's Figure 7.14 observes a rapid rebound after a high-volume bullish key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0109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direction changes, but the reading still uses the new extreme and the prior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71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342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770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4" name="Oval 13"/>
          <p:cNvSpPr/>
          <p:nvPr/>
        </p:nvSpPr>
        <p:spPr>
          <a:xfrm>
            <a:off x="8501675" y="3488197"/>
            <a:ext cx="334313" cy="65186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1675" y="3884986"/>
            <a:ext cx="334313" cy="48181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3915" y="4140065"/>
            <a:ext cx="453711" cy="59518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551" y="333274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035792" y="421135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7988033" y="455145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7390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PHP values are ours, invented.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7.16: context can strengthen the warning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7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bullish key reversal is below the lower Bollinger band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with StochRSI oversold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It closes near its high and has extreme volume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which Lim calls indicative of a selling climax (p. 220).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gives no formulas here. These labels are context, not a promise of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61081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Use the labels as context, not as a promise of a reversal.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8480" y="1810512"/>
            <a:ext cx="387557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7352" y="1929384"/>
            <a:ext cx="363782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7352" y="1929384"/>
            <a:ext cx="363782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1672" y="2203703"/>
            <a:ext cx="308918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bullish key reversal below the lower volatility band, an oversold StochRSI label, and high volume under the reversal bar.</a:t>
            </a:r>
          </a:p>
        </p:txBody>
      </p:sp>
      <p:sp>
        <p:nvSpPr>
          <p:cNvPr id="14" name="Oval 13"/>
          <p:cNvSpPr/>
          <p:nvPr/>
        </p:nvSpPr>
        <p:spPr>
          <a:xfrm>
            <a:off x="9092484" y="3439241"/>
            <a:ext cx="472917" cy="87782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37997" y="4387291"/>
            <a:ext cx="363782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347132" y="3439241"/>
            <a:ext cx="72757" cy="161519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8737054" y="333719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737054" y="435547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810313" y="3566159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5650991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7.16. Bollinger Bands and StochRSI are shown by the book but not defined here.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Two-day reversal: read the closes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8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close near high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second near low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PHP 51.80, then PHP 49.60; the second range is wider.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potential bearish reversal, not a guarantee.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32335" y="2781338"/>
            <a:ext cx="455928" cy="24341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42245" y="3633293"/>
            <a:ext cx="521061" cy="2738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92371" y="2484477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9970068" y="339728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RA - FIN1209 teaching chart, drawn for this course. Illustrative data, not a real instrument.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220. Chart RA is ours, with invented PHP bars and volume.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7.17: the book adds CCI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9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212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first close near its high; mark 2 is the second close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says wider ranges would be preferable and labels bearish CCI divergence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CCI is not defined in Chapter 7. Treat the label as the book's supporting observation, not as a formula to calculate.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49194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close sequence is the pattern; CCI is context shown by the figure.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95168" y="1810512"/>
            <a:ext cx="453347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14040" y="1929384"/>
            <a:ext cx="429573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14040" y="1929384"/>
            <a:ext cx="429573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8360" y="2203703"/>
            <a:ext cx="374709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the first bar closes near its high, the second near its low, and the lower panel labels bearish CCI divergence.</a:t>
            </a:r>
          </a:p>
        </p:txBody>
      </p:sp>
      <p:sp>
        <p:nvSpPr>
          <p:cNvPr id="14" name="Oval 13"/>
          <p:cNvSpPr/>
          <p:nvPr/>
        </p:nvSpPr>
        <p:spPr>
          <a:xfrm>
            <a:off x="8990779" y="2631643"/>
            <a:ext cx="343658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77395" y="2561417"/>
            <a:ext cx="343658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18248" y="4387291"/>
            <a:ext cx="988018" cy="73737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9960" y="235403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927553" y="2424257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583894" y="45310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650991"/>
            <a:ext cx="51050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7.17 -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7.17. The CCI label is reproduced as the book's observation, not taught as a formula.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Bullish three-bar reversal: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10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volume: strong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quiet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strong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4.0m, 0.6m, then 4.2m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a quiet middle shows uncertainty, not a guarantee.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06671" y="4211405"/>
            <a:ext cx="455928" cy="27384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34989" y="4211405"/>
            <a:ext cx="455928" cy="2738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28439" y="4211405"/>
            <a:ext cx="455928" cy="27384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55825" y="390382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453877" y="390382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17" y="390382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RB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221 to 223. Chart RB is ours, with invented PHP bars and volume.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7.18: the bearish three-bar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11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760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clear, strong uptrend, mark 1 is the first bar, mark 2 the middle bar, and mark 3 the third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closes near its high and the third near its low. The figure also labels bearish +DM divergence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read the three bars with trend and volume context; the later decline is not guaranteed.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4681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first and third bars carry the outer close reading; the middle bar separates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7999" y="1810512"/>
            <a:ext cx="4556455" cy="3322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76871" y="1929384"/>
            <a:ext cx="4318711" cy="3084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76871" y="1929384"/>
            <a:ext cx="43187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1" y="2203703"/>
            <a:ext cx="3770071" cy="2627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40847" y="2299559"/>
            <a:ext cx="215935" cy="67865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56782" y="2330407"/>
            <a:ext cx="215935" cy="67865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>
            <a:off x="9352163" y="2669734"/>
            <a:ext cx="950116" cy="1604093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9396895" y="2109847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303824" y="210984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701652" y="350714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7999" y="5224489"/>
            <a:ext cx="4556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7.18. +DM is shown as a book label and is not defined in this chapter.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7.19: the volume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12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bottom reversal has high-volume outer columns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with a below-average middle column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This is the same uncertainty-between-strengthers reading shown in the invented example.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Volume supports the potential reversal. Lim does not say it guarantees follow-through.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Keep the quiet middle bar between the stronger outer bars.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79" y="1810512"/>
            <a:ext cx="4830775" cy="34364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02551" y="1929384"/>
            <a:ext cx="4593031" cy="31987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76871" y="2203703"/>
            <a:ext cx="4044391" cy="2741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three-bar bottom reversal with high-volume outer bars and a below-average-volume middle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53137" y="4392396"/>
            <a:ext cx="229651" cy="44782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82788" y="4456371"/>
            <a:ext cx="183721" cy="41583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66509" y="4392396"/>
            <a:ext cx="229651" cy="4478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63255" y="411816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435931" y="418213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57443" y="411816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338414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7.19 -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7.19. Volume labels are the book's observations.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7.20:
oversold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13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three-bar bullish reversal. The full pattern occurs at an oversold StochRSI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last close sits between the Bollinger bands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which Lim calls bullish.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links this example to pattern 5 in Figure 7.9. It gives no indicator formula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89120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25696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pattern is read first; the indicator labels add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0105" y="1810512"/>
            <a:ext cx="459792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18977" y="1929384"/>
            <a:ext cx="436018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18977" y="1929384"/>
            <a:ext cx="436018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93297" y="2203703"/>
            <a:ext cx="381154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the three-bar reversal, an oversold StochRSI label, and the final close between the two volatility bands.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2244" y="3263676"/>
            <a:ext cx="610425" cy="87782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50253" y="4562856"/>
            <a:ext cx="566823" cy="59692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93854" y="3404128"/>
            <a:ext cx="392416" cy="49158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9871" y="30562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59536" y="474171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219865" y="3100547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650991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7.20 -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7.20. StochRSI and Bollinger Bands are shown but not defined in Chapter 7.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7.21: a separate outside day follows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14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06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reversal is marked 1. Its large third bar near its high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adds bullishness.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Later, the outside day engulfs four preceding bars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closes near its low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Keep the two formations separate: the later outside day is a new event and can reverse the preceding move.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1383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Below-average middle volume and high-volume outer bars are the three-bar clue; the outside day is separate.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19" y="1810512"/>
            <a:ext cx="4510735" cy="33006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22591" y="1929384"/>
            <a:ext cx="4272991" cy="30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22591" y="1929384"/>
            <a:ext cx="4272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6911" y="2203703"/>
            <a:ext cx="3724351" cy="26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Newmont Mining daily chart: a three-bar bottom reversal, then a separate outside day engulfing four preceding bars, with high volume under the outside bar.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18138" y="3185189"/>
            <a:ext cx="640948" cy="82699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9978" y="3154560"/>
            <a:ext cx="299109" cy="52069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42766" y="2541972"/>
            <a:ext cx="299109" cy="24503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44547" y="2235678"/>
            <a:ext cx="470029" cy="918882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24599" y="295614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201991" y="284276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450302" y="2361841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21169" y="3136720"/>
            <a:ext cx="219456" cy="21945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19" y="5202636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7.21. The outside day and volume are the book's observations.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7.22:
the pattern 6 link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15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577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1 is the first-bar volume. Mark 2 is the large middle-bar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3 is the middle-bar volume, lower than the first. Lim links this arrangement to pattern 6 in Figure 7.9.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link recalls the generic pattern; it does not add a new trading rule or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28523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A large price bar can still carry lower volume than the first bar.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19" y="1810512"/>
            <a:ext cx="4739335" cy="34247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93991" y="1929384"/>
            <a:ext cx="4501591" cy="31869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93991" y="1929384"/>
            <a:ext cx="45015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8311" y="2203703"/>
            <a:ext cx="3952951" cy="27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a bullish three-bar reversal whose large middle bar has lower volume than the first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99771" y="4383348"/>
            <a:ext cx="270095" cy="4780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34819" y="3459128"/>
            <a:ext cx="315111" cy="73300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24851" y="4383348"/>
            <a:ext cx="270095" cy="47804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15376" y="410970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46994" y="317176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40773" y="410970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19" y="5326663"/>
            <a:ext cx="4739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7.22 -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223, Figure 7.22. The reference to pattern 6 is Lim's cross-reference.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Both near the middle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First near high, third near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First near low, third near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at the exact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253492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47413"/>
            <a:ext cx="4846320" cy="13511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highest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new all-time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No price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Below-average volume between stronger outer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First near high, third near low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First near high; third near low (Lim, p. 221).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7438"/>
            <a:ext cx="5303520" cy="27470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7438"/>
            <a:ext cx="91440" cy="274701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60318"/>
            <a:ext cx="475488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75488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Below-average volume between stronger outer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describes a below-average-volume middle bar between high-volume outer bars (pp. 221 to 223).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Island reversal: two gaps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16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the gap up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isolated bars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then gap down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PHP 50.00 to 50.80, then PHP 49.40.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two gaps isolate a potential reversal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27733" y="2537923"/>
            <a:ext cx="586194" cy="3042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48794" y="2598777"/>
            <a:ext cx="1823715" cy="912808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33041" y="2537923"/>
            <a:ext cx="651327" cy="30426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46621" y="223034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277593" y="34169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17" y="223034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RC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223 to 224. Chart RC is ours, with invented PHP bars and volume; gap meaning points to Chapter 3.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7.23: the book's island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17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Gap keeps Chapter 3 meaning in ‘Gaps’. Mark 1 is the gap up, mark 2 the island, and mark 3 the gap down.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observes low volume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an overbought stochastic label </a:t>
            </a:r>
            <a:r>
              <a:rPr sz="1700" b="1" i="0">
                <a:solidFill>
                  <a:srgbClr val="007A33"/>
                </a:solidFill>
                <a:latin typeface="Arial"/>
              </a:rPr>
              <a:t>(5)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calling low volume lack of conviction.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No stochastic method is given in Chapter 7. These labels are context; the island is a potential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55955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two gaps do the defining work; volume and stochastic are supporting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6976" y="1810512"/>
            <a:ext cx="408994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55848" y="1929384"/>
            <a:ext cx="385219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55848" y="1929384"/>
            <a:ext cx="385219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0168" y="2203703"/>
            <a:ext cx="330355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4" name="Oval 13"/>
          <p:cNvSpPr/>
          <p:nvPr/>
        </p:nvSpPr>
        <p:spPr>
          <a:xfrm>
            <a:off x="8912293" y="2912546"/>
            <a:ext cx="269653" cy="52669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04903" y="2491191"/>
            <a:ext cx="462263" cy="11236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44211" y="2947659"/>
            <a:ext cx="308175" cy="52669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1161" y="4317065"/>
            <a:ext cx="731917" cy="456468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3425" y="4843759"/>
            <a:ext cx="385219" cy="456468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57717" y="2613538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Oval 19"/>
          <p:cNvSpPr/>
          <p:nvPr/>
        </p:nvSpPr>
        <p:spPr>
          <a:xfrm>
            <a:off x="9674855" y="2192182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10060075" y="2613538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8297207" y="476457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Oval 22"/>
          <p:cNvSpPr/>
          <p:nvPr/>
        </p:nvSpPr>
        <p:spPr>
          <a:xfrm>
            <a:off x="9683999" y="5150815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650991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7.23. Gap meaning points back to Chapter 3; stochastic is shown but not defined here.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7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island reversal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1148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gap up followed by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single wide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high-volume middle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trendline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8513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79953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1121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 the stochastic label here?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02557"/>
            <a:ext cx="41148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As the island definition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As a formula taught in this chapter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As supporting context; Chapter 7 gives no method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As a guaranteed reversal signal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5847" y="1207008"/>
            <a:ext cx="475203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4719" y="1325880"/>
            <a:ext cx="451429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4719" y="1325880"/>
            <a:ext cx="45142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9039" y="1600200"/>
            <a:ext cx="396565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8" name="Oval 17"/>
          <p:cNvSpPr/>
          <p:nvPr/>
        </p:nvSpPr>
        <p:spPr>
          <a:xfrm>
            <a:off x="8225866" y="2478024"/>
            <a:ext cx="316000" cy="6172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51581" y="1984248"/>
            <a:ext cx="541715" cy="131673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83582" y="2519172"/>
            <a:ext cx="361143" cy="6172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009" y="4123944"/>
            <a:ext cx="857716" cy="534924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6724" y="4741164"/>
            <a:ext cx="451429" cy="534924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31565" y="2148840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9140710" y="1655064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9592140" y="214884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7524708" y="466801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Oval 26"/>
          <p:cNvSpPr/>
          <p:nvPr/>
        </p:nvSpPr>
        <p:spPr>
          <a:xfrm>
            <a:off x="9149854" y="5120640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island reversal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02336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 gap up followed by a gap down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7.23 shows a gap up before and a gap down after the island.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50463"/>
            <a:ext cx="457200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5046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633343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is the stochastic label here?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64508"/>
            <a:ext cx="402336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As supporting context; Chapter 7 gives no method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It is supporting context; Chapter 7 gives no method.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5847" y="1207008"/>
            <a:ext cx="475203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4719" y="1325880"/>
            <a:ext cx="451429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4719" y="1325880"/>
            <a:ext cx="45142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9039" y="1600200"/>
            <a:ext cx="396565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8" name="Oval 17"/>
          <p:cNvSpPr/>
          <p:nvPr/>
        </p:nvSpPr>
        <p:spPr>
          <a:xfrm>
            <a:off x="8225866" y="2478024"/>
            <a:ext cx="316000" cy="6172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51581" y="1984248"/>
            <a:ext cx="541715" cy="131673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83582" y="2519172"/>
            <a:ext cx="361143" cy="6172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009" y="4123944"/>
            <a:ext cx="857716" cy="534924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6724" y="4741164"/>
            <a:ext cx="451429" cy="534924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31565" y="2148840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9140710" y="1655064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9592140" y="214884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7524708" y="466801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Oval 26"/>
          <p:cNvSpPr/>
          <p:nvPr/>
        </p:nvSpPr>
        <p:spPr>
          <a:xfrm>
            <a:off x="9149854" y="5120640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V="1">
            <a:off x="10143813" y="2628443"/>
            <a:ext cx="0" cy="245616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0205" y="26046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TA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TA is ours, with invented PHP values to show Lim (2016), p. 231.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66544" y="3205499"/>
            <a:ext cx="51388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771266" y="285565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0113181" y="2956779"/>
            <a:ext cx="0" cy="186799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8993553" y="2938099"/>
            <a:ext cx="9596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993553" y="3498497"/>
            <a:ext cx="95968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335901" y="28756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15875" y="2670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495848" y="34173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18259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588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131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59255" y="2882327"/>
            <a:ext cx="237177" cy="1270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2977621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898209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10024448" y="293575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63977" y="295163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1012685" y="25863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27935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has the narrowest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301301" y="2359005"/>
            <a:ext cx="588580" cy="30932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742736" y="2307450"/>
            <a:ext cx="0" cy="360882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0485232" y="2290265"/>
            <a:ext cx="0" cy="32651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9980209" y="261709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899867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164141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TB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TB is ours, with invented PHP ranges to show Lim (2016), p. 232.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943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65099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58968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79" y="1810512"/>
            <a:ext cx="4510735" cy="277630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9751" y="1929384"/>
            <a:ext cx="4272991" cy="2538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9751" y="1929384"/>
            <a:ext cx="4272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4071" y="2203703"/>
            <a:ext cx="3724351" cy="2081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13459" y="2081697"/>
            <a:ext cx="1196437" cy="233547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96247" y="3350976"/>
            <a:ext cx="213649" cy="99003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424437" y="3376362"/>
            <a:ext cx="0" cy="96465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663540" y="387384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500926" y="407692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13685" y="407692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4678254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2278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2040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583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76811" y="3092667"/>
            <a:ext cx="0" cy="775522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570567" y="3072258"/>
            <a:ext cx="177073" cy="79593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53885" y="3174301"/>
            <a:ext cx="247902" cy="34694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52139" y="362898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16725" y="260856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849995" y="354735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180543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sixth invented bar breaks upward through PHP 31.00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749506" y="2582408"/>
            <a:ext cx="625367" cy="3608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64514" y="2599592"/>
            <a:ext cx="0" cy="27495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669164" y="2238711"/>
            <a:ext cx="220717" cy="5327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65201" y="28748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84858" y="287486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W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W is ours, with invented monthly PHP values to show Lim (2016), p. 232.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62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3912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934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464323" y="2791985"/>
            <a:ext cx="212488" cy="2504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578955" y="3153721"/>
            <a:ext cx="1133271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676811" y="2165903"/>
            <a:ext cx="212488" cy="34782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50089" y="296090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00136" y="308612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93798" y="19591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30988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8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3020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83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325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1492860"/>
            <a:ext cx="1311651" cy="256037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84369"/>
            <a:ext cx="234223" cy="108537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912199"/>
            <a:ext cx="0" cy="105754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7079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934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934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19208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64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26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69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1489487"/>
            <a:ext cx="1311651" cy="25086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52884"/>
            <a:ext cx="234223" cy="106344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880152"/>
            <a:ext cx="0" cy="10361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246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428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428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62985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2422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218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172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9014" y="1973082"/>
            <a:ext cx="645694" cy="14420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4067" y="1973082"/>
            <a:ext cx="645694" cy="144205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0757" y="2978148"/>
            <a:ext cx="286975" cy="26219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72494" y="253509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97548" y="253509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236622" y="305948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2462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wide/high-volume first bar; narrow/very-low-volume second bar. Barrier and trend context add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07011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83237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375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04240"/>
            <a:ext cx="193285" cy="4397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04240"/>
            <a:ext cx="193285" cy="43976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193721"/>
            <a:ext cx="225500" cy="3115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7546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7546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45968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3972069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14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1911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453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343563"/>
            <a:ext cx="765270" cy="45865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12996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050748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