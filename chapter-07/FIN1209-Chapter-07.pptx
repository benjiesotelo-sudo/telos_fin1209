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Mark 3 keeps the named candlestick companions visible as context only; Chapter 7 does not define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six bars from left to right. The final bar is both inside the prior bar and the narrowest of the six.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bar and mark 2 is its inside condition.</a:t>
            </a:r>
          </a:p>
          <a:p>
            <a:r>
              <a:rPr sz="1400"/>
              <a:t>- The blue arrow marks the possible breakout direction; the opposite direction is equally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the five-month range count, and mark 3 the upside breakout.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the five-month range count, and mark 3 the upside breakout.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Preserve the book's volume qualifiers and the distinction between pattern evidence and execution.</a:t>
            </a:r>
          </a:p>
          <a:p>
            <a:r>
              <a:rPr sz="1400"/>
              <a:t>- Say the trade-plan boundary plainly because review question 6 asks how to trade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earlier inside-bar slides as the source of the detailed ideal conditions.</a:t>
            </a:r>
          </a:p>
          <a:p>
            <a:r>
              <a:rPr sz="1400"/>
              <a:t>- Keep the Harami distinction visible because the names are easy to 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Tell the observer that the deck preserves the book's scope instead of inventing an oscillator lesson.</a:t>
            </a:r>
          </a:p>
          <a:p>
            <a:r>
              <a:rPr sz="1400"/>
              <a:t>- End the chapter here, after naming what students will meet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place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a bullish Oops is best sought in an uptrend.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4111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7690"/>
            <a:ext cx="555955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The gap is the setup; the reversal through the extreme is the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76265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647894" cy="2297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1929384"/>
            <a:ext cx="4410151" cy="2060216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9758504" y="2444438"/>
            <a:ext cx="264609" cy="12361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58504" y="2856481"/>
            <a:ext cx="264609" cy="12361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58504" y="2176609"/>
            <a:ext cx="264609" cy="12361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24430" y="238968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238765" y="282233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238765" y="208065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199912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 is ours, with invented PHP values to show Lim (2016), p. 231.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Lim defines the setup as a bar opening beyond the previous bar's range. On the left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, a gap down places a buy-stop at the previous low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and the stoploss at the new low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right side is the converse: gap up, sell-stop at the previous high,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Meaning/action: if price reverses, stop and reverse at the stoploss. The book names the order rule but does not promise a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8114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17720"/>
            <a:ext cx="555955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6296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556454" cy="235015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318710" cy="21124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31871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770070" cy="16552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sp>
        <p:nvSpPr>
          <p:cNvPr id="15" name="Oval 14"/>
          <p:cNvSpPr/>
          <p:nvPr/>
        </p:nvSpPr>
        <p:spPr>
          <a:xfrm>
            <a:off x="7586557" y="3112335"/>
            <a:ext cx="431871" cy="25348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82170" y="2943342"/>
            <a:ext cx="431871" cy="21124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82170" y="3513693"/>
            <a:ext cx="431871" cy="23236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76648" y="308079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220068" y="278505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63255" y="363002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252108"/>
            <a:ext cx="45564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bearish converse opens below the previous low. Ours: prior low PHP 48.00; new open PHP 47.00; buy-stop PHP 48.00; new low and stoploss PHP 46.00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a bearish Oops is best sought in a downtrend.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8114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17720"/>
            <a:ext cx="555955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The order sits at the old extreme; the stoploss sits at the new extreme.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6296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602175" cy="19913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364431" cy="17535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364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815791" cy="12963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9905192" y="2806167"/>
            <a:ext cx="349154" cy="17535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54346" y="2876309"/>
            <a:ext cx="349154" cy="17535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54346" y="2578203"/>
            <a:ext cx="349154" cy="175356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37099" y="258132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597274" y="28443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684562" y="238843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893262"/>
            <a:ext cx="4602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book's Dynegy example shows a bearish Oops after the setup defined on the previous slides: the entry is at the previous high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, and the stop-and-reverse level is at the new extreme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Mark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identifies the opening gap and the bar sequence around it. The expected move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four candlestick companions remain names only in this chapter. Use no formula or outside definition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2117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57750"/>
            <a:ext cx="555955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56326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556454" cy="197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318710" cy="17351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31871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770070" cy="12779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9875474" y="2796982"/>
            <a:ext cx="345496" cy="1735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20971" y="2866390"/>
            <a:ext cx="345496" cy="17351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20971" y="2571406"/>
            <a:ext cx="345496" cy="17351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8752" y="257306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558869" y="283334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645243" y="23821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874892"/>
            <a:ext cx="45564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Lim says to prefer a bullish Oops in an uptrend and a bearish Oops in a downtrend. Figure 7.36 shows the two order directions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book also names morning star, evening star, piercing line, and dark cloud cover as candlestick companions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Chapter 7 does not define those four patterns, so they are context names, not methods to import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4111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7690"/>
            <a:ext cx="555955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76265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510734" cy="2327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72990" cy="209004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729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724350" cy="16328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 and the named candlestick context mentioned by Lim but not defined in Chapter 7.</a:t>
            </a:r>
          </a:p>
        </p:txBody>
      </p:sp>
      <p:sp>
        <p:nvSpPr>
          <p:cNvPr id="15" name="Oval 14"/>
          <p:cNvSpPr/>
          <p:nvPr/>
        </p:nvSpPr>
        <p:spPr>
          <a:xfrm>
            <a:off x="8008370" y="2451896"/>
            <a:ext cx="427299" cy="25080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73945" y="2451896"/>
            <a:ext cx="427299" cy="25080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076617" y="3371518"/>
            <a:ext cx="427299" cy="25080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00290" y="223113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435004" y="22311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494946" y="35478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229745"/>
            <a:ext cx="45107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and has the narrowest range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A breakout can occur in either direction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8114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17720"/>
            <a:ext cx="555955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6296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647894" cy="2297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1929384"/>
            <a:ext cx="4410151" cy="2060216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10243620" y="2485642"/>
            <a:ext cx="264609" cy="12361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3620" y="2794674"/>
            <a:ext cx="264609" cy="12361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43620" y="2135405"/>
            <a:ext cx="264609" cy="12361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85953" y="241028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635678" y="27605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635678" y="203944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199912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U is ours, with invented PHP ranges to show Lim (2016), p. 232.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book's schematic counts six bars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The last bar is inside the prior range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and is the narrowest of the last six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09160"/>
            <a:ext cx="82296" cy="405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45736"/>
            <a:ext cx="5285232" cy="405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5712"/>
            <a:ext cx="5577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19" y="1810512"/>
            <a:ext cx="4830775" cy="2884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93991" y="1929384"/>
            <a:ext cx="4593031" cy="264683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9399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68311" y="2203703"/>
            <a:ext cx="4044391" cy="2189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Oval 14"/>
          <p:cNvSpPr/>
          <p:nvPr/>
        </p:nvSpPr>
        <p:spPr>
          <a:xfrm>
            <a:off x="7161434" y="2776370"/>
            <a:ext cx="367442" cy="3176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2019" y="3358672"/>
            <a:ext cx="367442" cy="31761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1671" y="3543951"/>
            <a:ext cx="367442" cy="31761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2413" y="250686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871953" y="324798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101605" y="380381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19" y="4786527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Ours: in one sequence, the narrowest range is 1.6 PHP in the last four bars, 1.2 PHP in the last five and six, and 1.0 PHP in the last seven.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4111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7690"/>
            <a:ext cx="555955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76265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510734" cy="2700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72990" cy="2462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729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724350" cy="20052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Oval 14"/>
          <p:cNvSpPr/>
          <p:nvPr/>
        </p:nvSpPr>
        <p:spPr>
          <a:xfrm>
            <a:off x="7410151" y="2717352"/>
            <a:ext cx="341839" cy="29548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03916" y="3259080"/>
            <a:ext cx="341839" cy="29548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17566" y="3431448"/>
            <a:ext cx="341839" cy="29548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531" y="245707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922245" y="314654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135895" y="366364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02097"/>
            <a:ext cx="45107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41114"/>
            <a:ext cx="82296" cy="3901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7690"/>
            <a:ext cx="55595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32425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510734" cy="2700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72990" cy="2462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729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724350" cy="20052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sp>
        <p:nvSpPr>
          <p:cNvPr id="15" name="Oval 14"/>
          <p:cNvSpPr/>
          <p:nvPr/>
        </p:nvSpPr>
        <p:spPr>
          <a:xfrm>
            <a:off x="9503916" y="3259080"/>
            <a:ext cx="341839" cy="29548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717566" y="3431448"/>
            <a:ext cx="341839" cy="29548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10572164" y="2668104"/>
            <a:ext cx="341839" cy="492480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8" name="Oval 17"/>
          <p:cNvSpPr/>
          <p:nvPr/>
        </p:nvSpPr>
        <p:spPr>
          <a:xfrm>
            <a:off x="9922245" y="31465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135895" y="366364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19573" y="240782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02097"/>
            <a:ext cx="45107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An inside month applies the same idea to monthly bars. Ours: five monthly ranges are 12, 10, 9, 7, and 5 PHP; the fifth is inside the fourth and is the narrowest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monthly bar then breaks upward at PHP 8.00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 Before that break, the pattern remains neutral rather than bullish.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book's Figure 7.39 is a monthly extension of ID/NR, not a new daily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8114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17720"/>
            <a:ext cx="528523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6296"/>
            <a:ext cx="5577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810512"/>
            <a:ext cx="4922214" cy="20780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93992" y="1929384"/>
            <a:ext cx="4684470" cy="184032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93992" y="1929384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68312" y="2203703"/>
            <a:ext cx="4135831" cy="13831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8855159" y="2628708"/>
            <a:ext cx="468447" cy="1840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42538" y="2812741"/>
            <a:ext cx="468447" cy="18403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29916" y="2444675"/>
            <a:ext cx="468447" cy="18403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90086" y="238112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561204" y="291482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42272" y="2233902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19" y="3980023"/>
            <a:ext cx="4922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55955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510734" cy="19164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72990" cy="16786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729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724350" cy="1221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8948428" y="2567280"/>
            <a:ext cx="427299" cy="16786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19347" y="2735148"/>
            <a:ext cx="427299" cy="16786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90267" y="2399413"/>
            <a:ext cx="427299" cy="16786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12158" y="232940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580406" y="281621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36785" y="219510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818371"/>
            <a:ext cx="45107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372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6995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42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Oval 17"/>
          <p:cNvSpPr/>
          <p:nvPr/>
        </p:nvSpPr>
        <p:spPr>
          <a:xfrm>
            <a:off x="6985869" y="2189728"/>
            <a:ext cx="374757" cy="32394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81260" y="2783623"/>
            <a:ext cx="374757" cy="32394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15484" y="2972590"/>
            <a:ext cx="374757" cy="32394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55020" y="191759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753081" y="2673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987305" y="324035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35717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372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6995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42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Oval 17"/>
          <p:cNvSpPr/>
          <p:nvPr/>
        </p:nvSpPr>
        <p:spPr>
          <a:xfrm>
            <a:off x="6985869" y="2189728"/>
            <a:ext cx="374757" cy="32394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81260" y="2783623"/>
            <a:ext cx="374757" cy="32394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15484" y="2972590"/>
            <a:ext cx="374757" cy="32394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55020" y="191759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753081" y="2673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987305" y="324035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35717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cycle amplitude; cycle period; bar retracement symmetry;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price persistence; bar stochastic ratio; real body to range ratio; angular symmetry and momentum.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barrier proximity; trend-based oscillations; consolidation;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average range completion; overextended barrier action; extreme volume; price, volume, and oscillator divergences.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52602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56260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Potential context, not certainty: barrier proximity matters most.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5. High volume can support a large final reversal bar; low volume can accompany uncertainty in a narrow middle bar. Exceptions mean volume is context, not certainty.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6. Two triple bearish structures are a quiet-middle three-bar reversal and an outside day that engulfs four earlier bars. Use the taught range and volume conditions.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does not provide a complete trade plan. Its figures do not specify position size, risk, management, or guaranteed entry and exit rules.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43143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379719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chapter explains pattern evidence; it does not turn every pattern into a full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213 to 217 and p. 233. The trade-plan boundary is stated by the deck because the chapter does not supply one.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An inside-bar reversal is read after an inside bar stays within the prior bar's high and low, then price breaks in the reversal direction.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Ideal context includes a significant barrier, aligned trend context, and volume and range behaviour supporting the final move.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Do not collapse an inside bar into a Harami: Harami has a one-fourth to one-third internal proportion; an inside bar has no such restriction.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oscillator labels are observations, not formulas taught in Chapter 7.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inside condition comes first; the reversal direction comes from the later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224 to 226. The detailed inside-bar rules are taught earlier in Part 3.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question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shows oscillator labels in some figures and says indicator action may matter, but it does not teach the method or a formula for using oscillators.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treatment belongs to Chapter 8. This question is therefore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An honest boundary is part of the answer: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233, review question 8; oscillator method is deferred to Chapter 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