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3.</a:t>
            </a:r>
          </a:p>
          <a:p>
            <a:r>
              <a:rPr sz="1400"/>
              <a:t>- The second bar opens above 52.00, reaches a new high of 53.20, and closes at 50.80, below the prior close of 51.10.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worked PHP example first. Then use the crop to locate the same three actions in the book's chart.</a:t>
            </a:r>
          </a:p>
          <a:p>
            <a:r>
              <a:rPr sz="1400"/>
              <a:t>- The three marks identify open, new high, and close. The later bars show that the decline does not have to be immediate.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marked 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key reversal is an uptrend bar with a higher high, then a close near or below the previous close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Prior: O 50.80, H 52.00, L 50.60, C 51.10. New: O 52.30, H 53.20, L 49.90, C 50.80. Ours, invented.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open above old high;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new high;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close below old close. Volume is shares traded: 4.2m versus 2.0m (Chapter 6, “Volume and bar range: Chapter 5's four cases”). Next, Figure 7.15.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19" y="1810512"/>
            <a:ext cx="4282135" cy="321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1191" y="1929384"/>
            <a:ext cx="4044391" cy="2975184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677826" y="2732683"/>
            <a:ext cx="242663" cy="17851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77826" y="2435165"/>
            <a:ext cx="242663" cy="17851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77826" y="3476479"/>
            <a:ext cx="242663" cy="17851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9271" y="260698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048149" y="2249965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088593" y="349954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19" y="5114880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three 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From “Three marked observations”: a key reversal makes a higher high, then closes near or below the previous close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7.15: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 above prior high,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high,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below prior close (Lim, 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potential warning; consolidation may precede decline. Check Lim's 16-item p. 217 list, recalled in Chapter 5 slide “16 Volume and Price Action Reversal Characteristics”, and barrier context from “Barrier proximity”. No indicator formulas here. Next, compare the bullish converse.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4145" y="1810512"/>
            <a:ext cx="327848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53017" y="1929384"/>
            <a:ext cx="304074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53017" y="1929384"/>
            <a:ext cx="30407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7337" y="2203703"/>
            <a:ext cx="249210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9060535" y="2280513"/>
            <a:ext cx="243259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82165" y="1999609"/>
            <a:ext cx="212851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73387" y="2772095"/>
            <a:ext cx="243259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61828" y="205483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82828" y="184416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634865" y="29677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 reversal warnings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 bar (Lim, p. 226): uptrend open above prior high, close near low, no gap to next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 (Lim, p. 227): “Pinocchio bars or Pin bars, are single bar misrepresentations of market strength or weakness.”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Chart: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left O 65.40 &gt; 65.00;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left C 60.50 near L, next O 60.20 no gap;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right L 38.80 below support 40.00, a barrier. 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gap distinguishes exhaustion from an island (Lim, p. 226). Exhaustion warns a tiring trend; pin warns a false breakout. Next, test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19" y="1810512"/>
            <a:ext cx="4282135" cy="28611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1191" y="1929384"/>
            <a:ext cx="4044391" cy="26233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060070" y="2637698"/>
            <a:ext cx="283107" cy="23610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60070" y="3293546"/>
            <a:ext cx="283107" cy="23610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41821" y="3136142"/>
            <a:ext cx="283107" cy="26233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61958" y="2429783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661958" y="3505372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12144" y="324303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19" y="4763084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61442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184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79650"/>
            <a:ext cx="4846320" cy="15692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86022"/>
            <a:ext cx="5303520" cy="2366137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50614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397502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10379"/>
            <a:ext cx="4846320" cy="15692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consolidation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17674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79783" y="12527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57951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17674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79783" y="12527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57951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61442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184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79650"/>
            <a:ext cx="4846320" cy="15692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86022"/>
            <a:ext cx="5303520" cy="2366137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50614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397502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10379"/>
            <a:ext cx="4846320" cy="15692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17674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79783" y="12527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57951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17674" y="149961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79783" y="1252728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57951" y="256946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