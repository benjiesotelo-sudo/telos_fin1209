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3.</a:t>
            </a:r>
          </a:p>
          <a:p>
            <a:r>
              <a:rPr sz="1400"/>
              <a:t>- The second bar opens above 52.00, reaches a new high of 53.20, and closes at 50.80, below the prior close of 51.10.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worked PHP example first. Then use the crop to locate the same three actions in the book's chart.</a:t>
            </a:r>
          </a:p>
          <a:p>
            <a:r>
              <a:rPr sz="1400"/>
              <a:t>- The three marks identify open, new high, and close. The later bars show that the decline does not have to be immediate.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Step 1. The prior bar opens at 50.80, reaches a high of 52.00, falls to a low of 50.60, and closes at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Step 2. The new bar opens at 52.30, above the prior high of 52.00.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Step 3. It reaches a new high of 53.20, then falls to a low of 49.90.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319839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19839" y="2561417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19839" y="375525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62426" y="29677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141518" y="22304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141518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5650991"/>
            <a:ext cx="7939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three 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Step 4. The new bar closes at 50.80, below the prior close of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Step 5. Volume is 4.2 million shares, versus 2.0 million on the prior bar. On Figure 7.15, mark 4 identifies the volume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this is a potential warning, not a promise. The book's chart shows consolidation may precede decline. Next, compare the bullish converse.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4145" y="1810512"/>
            <a:ext cx="327848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53017" y="1929384"/>
            <a:ext cx="304074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53017" y="1929384"/>
            <a:ext cx="30407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7337" y="2203703"/>
            <a:ext cx="249210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9060535" y="2280513"/>
            <a:ext cx="243259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82165" y="1999609"/>
            <a:ext cx="212851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73387" y="2772095"/>
            <a:ext cx="243259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51757" y="4633081"/>
            <a:ext cx="243259" cy="316016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08561" y="1961753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490375" y="1786188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672820" y="2980029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6046" y="4732568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65092" y="4494276"/>
            <a:ext cx="285069" cy="37033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9545264" y="4636008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59391" y="4494276"/>
            <a:ext cx="296472" cy="37033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9576622" y="4636008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65092" y="4494276"/>
            <a:ext cx="285069" cy="37033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9545264" y="4636008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59391" y="4494276"/>
            <a:ext cx="296472" cy="37033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9576622" y="4636008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