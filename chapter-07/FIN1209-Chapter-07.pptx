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4145" y="1810512"/>
            <a:ext cx="327848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53017" y="1929384"/>
            <a:ext cx="304074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53017" y="1929384"/>
            <a:ext cx="30407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7337" y="2203703"/>
            <a:ext cx="249210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060535" y="2280513"/>
            <a:ext cx="243259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82165" y="1999609"/>
            <a:ext cx="212851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73387" y="2772095"/>
            <a:ext cx="243259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51757" y="4633081"/>
            <a:ext cx="243259" cy="316016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08561" y="1961753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490375" y="1786188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672820" y="2980029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796046" y="4732568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