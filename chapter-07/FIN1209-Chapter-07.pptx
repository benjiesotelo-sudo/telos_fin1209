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8373" y="2675279"/>
            <a:ext cx="1004413" cy="127867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93427" y="3122816"/>
            <a:ext cx="179359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01043" y="3144127"/>
            <a:ext cx="0" cy="809829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8380110" y="285778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43242" y="371023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73705" y="371023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99935"/>
            <a:ext cx="1311651" cy="16698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410846" y="258022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80257"/>
            <a:ext cx="1311651" cy="163607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410846" y="255211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