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3.</a:t>
            </a:r>
          </a:p>
          <a:p>
            <a:r>
              <a:rPr sz="1400"/>
              <a:t>- The second bar opens above 52.00, reaches a new high of 53.20, and closes at 50.80, below the prior close of 51.10.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worked PHP example first. Then use the crop to locate the same three actions in the book's chart.</a:t>
            </a:r>
          </a:p>
          <a:p>
            <a:r>
              <a:rPr sz="1400"/>
              <a:t>- The three marks identify open, new high, and close. The later bars show that the decline does not have to be immediate.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key reversal is an uptrend bar with a higher high, then a close near or below the previous close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Prior: O 50.80, H 52.00, L 50.60, C 51.10. New: O 52.30, H 53.20, L 49.90, C 50.80. Ours, invented.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open above old high;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new high;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 close below old close. Volume is the number of shares traded (Chapter 6): 4.2m versus 2.0m. Next, Figure 7.15.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2171" y="1810512"/>
            <a:ext cx="50109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043" y="1929384"/>
            <a:ext cx="47731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146285" y="2947659"/>
            <a:ext cx="23865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6285" y="2561417"/>
            <a:ext cx="23865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6285" y="3755257"/>
            <a:ext cx="23865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08984" y="29677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9945471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9993203" y="391582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three 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From “Three marked observations”: a key reversal makes a higher high, then closes near or below the previous close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7.15: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 above prior high,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high,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below prior close (Lim, 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potential warning; consolidation may precede decline. Check Lim's 16-item p. 217 list, recalled in Chapter 5 slide “16 Volume and Price Action Reversal Characteristics”, and barrier context from “Barrier proximity”. No indicator formulas here. Next, compare the bullish converse.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4145" y="1810512"/>
            <a:ext cx="327848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53017" y="1929384"/>
            <a:ext cx="304074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53017" y="1929384"/>
            <a:ext cx="304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7337" y="2203703"/>
            <a:ext cx="249210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9060535" y="2280513"/>
            <a:ext cx="243259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2165" y="1999609"/>
            <a:ext cx="212851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3387" y="2772095"/>
            <a:ext cx="243259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08561" y="1961753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90375" y="1786188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72820" y="2980029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 bar (Lim, p. 226): uptrend open above prior high, close near low, no gap to next bar.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 (Lim, p. 227): “Pinocchio bars or Pin bars, are single bar misrepresentations of market strength or weakness.”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Chart: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left O 65.40 &gt; 65.00;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left C 60.50 near L, next O 60.20 no gap;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right L 38.80 below support 40.00, a barrier. 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No gap follows the exhaustion bar (Lim, p. 226). Exhaustion warns a tiring trend; pin warns a false breakout. Next, test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19" y="1810512"/>
            <a:ext cx="4282135" cy="28611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1191" y="1929384"/>
            <a:ext cx="4044391" cy="26233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8060070" y="2690166"/>
            <a:ext cx="202219" cy="1311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60070" y="3372247"/>
            <a:ext cx="202219" cy="1311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01377" y="3109908"/>
            <a:ext cx="202219" cy="13116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1070" y="237731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7581070" y="358407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412144" y="3295501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19" y="4763084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6359" y="1207008"/>
            <a:ext cx="380253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231" y="1325880"/>
            <a:ext cx="356479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231" y="1325880"/>
            <a:ext cx="35647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551" y="1600200"/>
            <a:ext cx="301615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091" y="1737360"/>
            <a:ext cx="285183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683" y="1408176"/>
            <a:ext cx="2495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183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8952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742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63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6359" y="1207008"/>
            <a:ext cx="380253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231" y="1325880"/>
            <a:ext cx="356479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231" y="1325880"/>
            <a:ext cx="35647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551" y="1600200"/>
            <a:ext cx="301615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091" y="1737360"/>
            <a:ext cx="285183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683" y="1408176"/>
            <a:ext cx="2495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183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8952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742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63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