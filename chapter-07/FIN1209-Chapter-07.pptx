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bar and mark 2 is its inside condition.</a:t>
            </a:r>
          </a:p>
          <a:p>
            <a:r>
              <a:rPr sz="1400"/>
              <a:t>- The blue box contains both printed trigger arrows;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901150" y="2401721"/>
            <a:ext cx="242663" cy="11336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99995" y="23401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sp>
        <p:nvSpPr>
          <p:cNvPr id="15" name="Oval 14"/>
          <p:cNvSpPr/>
          <p:nvPr/>
        </p:nvSpPr>
        <p:spPr>
          <a:xfrm>
            <a:off x="8422309" y="2760792"/>
            <a:ext cx="316236" cy="23202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40898" y="2973478"/>
            <a:ext cx="395295" cy="19335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0898" y="3321510"/>
            <a:ext cx="395295" cy="23202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87502" y="2526957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957151" y="281698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957151" y="3455041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1844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98671" cy="1606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9867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50031" cy="114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3101" y="2829084"/>
            <a:ext cx="279906" cy="16066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73061" y="2925481"/>
            <a:ext cx="279906" cy="16066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73061" y="2716622"/>
            <a:ext cx="279906" cy="16066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5994" y="290078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775755" y="2997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15742" y="24830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46304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26" y="2818797"/>
            <a:ext cx="276706" cy="15882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8314" y="2914092"/>
            <a:ext cx="276706" cy="15882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38314" y="2707621"/>
            <a:ext cx="276706" cy="158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24448" y="28881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735979" y="298340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775508" y="247516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and has the narrowest range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10448446" y="2393374"/>
            <a:ext cx="220717" cy="10310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48446" y="2651147"/>
            <a:ext cx="220717" cy="10310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48446" y="2101232"/>
            <a:ext cx="220717" cy="10310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27354" y="23077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752722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752722" y="1998442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5989" y="3826088"/>
            <a:ext cx="932669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665171" y="2845769"/>
            <a:ext cx="215231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65171" y="3122816"/>
            <a:ext cx="251103" cy="29835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67085" y="377417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50858" y="264467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58474" y="334794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sp>
        <p:nvSpPr>
          <p:cNvPr id="15" name="Oval 14"/>
          <p:cNvSpPr/>
          <p:nvPr/>
        </p:nvSpPr>
        <p:spPr>
          <a:xfrm>
            <a:off x="9641396" y="3072258"/>
            <a:ext cx="247902" cy="28571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41396" y="2806948"/>
            <a:ext cx="212488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78861" y="2725314"/>
            <a:ext cx="708294" cy="795930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964628" y="32820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22969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920825" y="350653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invented bar breaks upward at PHP 8.00.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68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678631" cy="144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129990" cy="987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18429" y="2753134"/>
            <a:ext cx="220717" cy="26013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609130" y="3143332"/>
            <a:ext cx="919658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675933" y="2175063"/>
            <a:ext cx="220717" cy="59252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34124" y="293391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61611" y="307843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06636" y="196564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84872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358079" y="2722420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098069"/>
            <a:ext cx="885368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605982" y="2165903"/>
            <a:ext cx="212488" cy="5704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9260" y="28913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35551" y="303047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22969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802764"/>
            <a:ext cx="121796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9047036" y="2522576"/>
            <a:ext cx="281068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47036" y="2884369"/>
            <a:ext cx="327912" cy="38962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5603" y="377692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31479" y="2301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220321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752726"/>
            <a:ext cx="1217962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9047036" y="2498401"/>
            <a:ext cx="281068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47036" y="2852884"/>
            <a:ext cx="327912" cy="3817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5603" y="372463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31479" y="227943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1792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78484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682142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2672258"/>
            <a:ext cx="645694" cy="96136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2672258"/>
            <a:ext cx="645694" cy="96136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0110" y="244770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205164" y="24477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380110" y="2709892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first bar wide on high volume; second narrow on very low volume. Barrier and trend context strengthen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