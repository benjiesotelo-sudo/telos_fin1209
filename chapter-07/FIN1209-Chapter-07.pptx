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6449" y="1810512"/>
            <a:ext cx="231375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55321" y="1929384"/>
            <a:ext cx="207601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55321" y="1929384"/>
            <a:ext cx="20760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9641" y="2203703"/>
            <a:ext cx="152737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70524" y="3825483"/>
            <a:ext cx="1017245" cy="147474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14087" y="4036161"/>
            <a:ext cx="352921" cy="119384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97128" y="2210287"/>
            <a:ext cx="519002" cy="122895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76427" y="3627241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122034" y="3837919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371155" y="1976932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210 to 211, Figure 7.3. The PHP values and classification are ours, invented to show the sequence.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trend/form cells: +4.0%/+2.0% and -4.0%/-2.0% continue; +4.0%/-2.0% and -4.0%/+2.0%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apply four invented cases: +4.0% trend/+2.0% formation and -4.0%/-2.0% agree, so both continue.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+4.0%/-2.0% disagrees, so potential reversal; -4.0%/+2.0% also disagrees, so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79" y="1810512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929384"/>
            <a:ext cx="5507431" cy="28502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498990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285020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4386398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087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285020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4386398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