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43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5165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52754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943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65099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58968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79" y="1810512"/>
            <a:ext cx="4510735" cy="2776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59751" y="1929384"/>
            <a:ext cx="4272991" cy="2538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9751" y="1929384"/>
            <a:ext cx="427299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4071" y="2203703"/>
            <a:ext cx="3724351" cy="2081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3459" y="2081697"/>
            <a:ext cx="1196437" cy="2335473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96247" y="3350976"/>
            <a:ext cx="213649" cy="990037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424437" y="3376362"/>
            <a:ext cx="0" cy="96465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663540" y="387384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500926" y="407692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13685" y="407692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678254"/>
            <a:ext cx="4510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92860"/>
            <a:ext cx="1311651" cy="2560374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7079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934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1489487"/>
            <a:ext cx="1311651" cy="25086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246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428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