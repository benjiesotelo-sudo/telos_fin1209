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 (p. 232)</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26161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261616"/>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299971"/>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 (p. 232)</a:t>
            </a:r>
          </a:p>
          <a:p>
            <a:pPr algn="l">
              <a:lnSpc>
                <a:spcPct val="115000"/>
              </a:lnSpc>
              <a:spcBef>
                <a:spcPts val="600"/>
              </a:spcBef>
              <a:spcAft>
                <a:spcPts val="0"/>
              </a:spcAft>
            </a:pPr>
            <a:r>
              <a:rPr sz="1700" b="0" i="0">
                <a:solidFill>
                  <a:srgbClr val="1A1A1A"/>
                </a:solidFill>
                <a:latin typeface="Arial"/>
              </a:rPr>
              <a:t>Lim names it one and defines ID/NR n (p. 232) but gives no further reason; that the narrowest bar is the quietest is our reading.</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