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bar's four retained prices. O, H, L and C are the book's acronym OHLC.</a:t>
            </a:r>
          </a:p>
          <a:p>
            <a:r>
              <a:rPr sz="1400"/>
              <a:t>- Point to the arithmetic on Chart P: the range is an absolute high to low distance, PHP 2.80.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left-hand price activity, then the single bar on the right. The gold mark is the open, the red mark the high, and the blue mark the low.</a:t>
            </a:r>
          </a:p>
          <a:p>
            <a:r>
              <a:rPr sz="1400"/>
              <a:t>- The close is the fourth retained price, and the bracket on the right shows the high to low range. The figure labels these as filtered price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invented observations left to right. The labels give every number used in the prose.</a:t>
            </a:r>
          </a:p>
          <a:p>
            <a:r>
              <a:rPr sz="1400"/>
              <a:t>- The lowest observation is also retained as L, while the three numbered observations make the construction order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and blue 3 the last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Walk the three bars left to right, then read the four labelled survivors.</a:t>
            </a:r>
          </a:p>
          <a:p>
            <a:r>
              <a:rPr sz="1400"/>
              <a:t>- The composite does not average the prices. It keeps first, extreme and last values exactly as the book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question tests the definitions, not a figure.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question tests the definitions, not a figure.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Understand bar chart analysis as pure price action used to forecast potential tops and bottoms.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Recognise potential early trend change through commonly used bar patterns.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Identify potential buy and sell signals through single, double, triple, and multiple bullish and bearish formations.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bar action with the 16 price and volume reversal characteristics, as context rather than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7548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A price bar filters one interval into four prices: open (O), high (H), low (L), and close (C).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Ours: O 50.00, H 52.40, L 49.60, C 51.10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Range = |H - L| = |52.40 - 49.60| = PHP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and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show the high and low that bound the range. These four values preserve the interval's price action.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09160"/>
            <a:ext cx="82296" cy="6644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45736"/>
            <a:ext cx="4462272" cy="664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Next, trace the five trades that became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59" y="1810512"/>
            <a:ext cx="5562294" cy="352492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1" y="1929384"/>
            <a:ext cx="5324551" cy="3287182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8580061" y="4000309"/>
            <a:ext cx="372718" cy="29584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580061" y="2192358"/>
            <a:ext cx="372718" cy="32871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580061" y="4493386"/>
            <a:ext cx="372718" cy="295846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8913" y="3746245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383033" y="203691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383033" y="4798144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59" y="5426878"/>
            <a:ext cx="55622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P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210. Chart P is ours, with invented PHP values and marks.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7.1: the same four prices on the book's diagram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709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book calls OHLC a summary of price activity over a specified time interval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O, the first retained price. Red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H and blue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 marks L, the two ends of the PHP 2.80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close C is the fourth retained price. Meaning: a bar is a compact record, not every trade inside the interval.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09160"/>
            <a:ext cx="82296" cy="6644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45736"/>
            <a:ext cx="4416552" cy="664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Now make the compact record from the trades that produced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58004" y="1810512"/>
            <a:ext cx="5104886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6876" y="1929384"/>
            <a:ext cx="4867142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6876" y="1929384"/>
            <a:ext cx="486714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1196" y="2203703"/>
            <a:ext cx="4318502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218840" y="3140781"/>
            <a:ext cx="389371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54226" y="2368296"/>
            <a:ext cx="389371" cy="28090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754226" y="4334621"/>
            <a:ext cx="389371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11330" y="288072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225458" y="214335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225458" y="470659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5650991"/>
            <a:ext cx="560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trades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709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five trades are 50.00, 50.80, 49.60, 52.40, and 51.10 PHP.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first trade becomes O 50.00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 The highest and lowest trades become H 52.40 and L 49.60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last trade becomes C 51.10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 The result is one bar with range PHP 2.80, not five separate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441655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interval is summarized by first, extreme, and last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39" y="1810512"/>
            <a:ext cx="5608015" cy="205145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311" y="1929384"/>
            <a:ext cx="5370271" cy="1813706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7375285" y="3053881"/>
            <a:ext cx="322216" cy="181370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78961" y="2147028"/>
            <a:ext cx="322216" cy="21764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899312" y="2509770"/>
            <a:ext cx="322216" cy="21764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43918" y="318862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314242" y="1955306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10280891" y="2717063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3953402"/>
            <a:ext cx="560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Q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Chart Q is ours, with invented PHP observations and marks.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7.1: read the construction panel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709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book's construction panel shows the same rule: the first price is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the highest is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the last is C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Its lowest point is L. The right-hand bar filters the changing path into OHLC and draws the range from H to 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What to do: read the four retained prices before interpreting any bar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441655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Several intervals can be filtered into one higher-timeframe bar.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1404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92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92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724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781258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10447" y="210494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526513" y="3228563"/>
            <a:ext cx="295505" cy="421355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52767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8857444" y="193267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773509" y="3547871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5650991"/>
            <a:ext cx="560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Ours: three five-minute bars are combined. Their first open is 50.00; their highest high is 50.90; their lowest low is 49.40; their last close is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Chart R marks </a:t>
            </a:r>
            <a:r>
              <a:rPr sz="15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first O, </a:t>
            </a:r>
            <a:r>
              <a:rPr sz="15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highest H, </a:t>
            </a:r>
            <a:r>
              <a:rPr sz="15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lowest L, and </a:t>
            </a:r>
            <a:r>
              <a:rPr sz="15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500" b="0" i="0">
                <a:solidFill>
                  <a:srgbClr val="1A1A1A"/>
                </a:solidFill>
                <a:latin typeface="Arial"/>
              </a:rPr>
              <a:t> last C. The composite is O 50.00, H 50.90, L 49.40,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 i="0">
                <a:solidFill>
                  <a:srgbClr val="1A1A1A"/>
                </a:solidFill>
                <a:latin typeface="Arial"/>
              </a:rPr>
              <a:t>The intermediate opens and closes are not carried into the higher-timeframe OHLC record.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21174"/>
            <a:ext cx="82296" cy="6339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57750"/>
            <a:ext cx="4279392" cy="633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1A1A1A"/>
                </a:solidFill>
                <a:latin typeface="Arial"/>
              </a:rPr>
              <a:t>The same four-price rule works when the interval becomes longer.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79" y="1810512"/>
            <a:ext cx="5745175" cy="363783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929384"/>
            <a:ext cx="5507431" cy="3400086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7440381" y="3833432"/>
            <a:ext cx="440594" cy="34000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86793" y="2201390"/>
            <a:ext cx="385520" cy="34000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H="1">
            <a:off x="8707090" y="4037437"/>
            <a:ext cx="605817" cy="476012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9588279" y="3085413"/>
            <a:ext cx="330445" cy="34000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954487" y="3813987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102385" y="197794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267608" y="3745985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10148797" y="2861963"/>
            <a:ext cx="310896" cy="310896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79" y="553978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R - FIN1209 teaching chart, drawn for this course. Illustrative data, not a real instrument.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7.2. Chart R is ours, with invented PHP bars and marks.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7.2: the higher-timeframe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709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combines three five-minute bars into one 15-minute bar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first open, red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highest high, blue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lowest low, and purple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last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when changing timeframe, preserve first O, highest H, lowest L and last C. Do not average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441655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next question is how many bars make a formation.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1880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3767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767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1199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887809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7809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7809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87809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2082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75830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75830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62082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5650991"/>
            <a:ext cx="5608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classification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formation may use one bar, two bars, three bars, or several bars. Count the bars before naming the formation.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one bar is single; two are double; three are triple; five are multiple. The count describes structure, not direction.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three-bar formation is therefore triple even if its bars are bullish or bearish. The number alone is not a buy or sell signal.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Then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classification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Intrinsic sentiment is the pattern's own bullish or bearish bias. It belongs to the formation, not to the trend around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an intrinsically bullish pattern stays bullish when placed in an uptrend or a downtrend. Its location does not rename its bias.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Lim points back to Chapter 4 for intrinsic sentiment. Use that earlier meaning before asking what the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market-context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classification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9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Continuation means the pattern's intrinsic sentiment agrees with the existing trend. Reversal means the two sentiments disagree.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a bearish pattern in an uptrend disagrees, so it is a potential reversal. A bullish pattern in an uptrend agrees, so it is a potential continuation.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are directional expectations, not certainties. The next part applies the agreement rule to generic patterns.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10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two bars make a double formation. The second closes at 49.80, below the first bar's low of 50.20, so its intrinsic bias is bearish.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surrounding trend is up, so trend sentiment is bullish. Bearish intrinsic sentiment disagrees with bullish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Read: a double-bar potential reversal. The classification tells us what to examine next; it does not promise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four-price record comes first, then count, bias, and expectation.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210 to 211. The PHP values and classification are ours, invented to show the sequence.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86181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86181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2526538"/>
            <a:ext cx="4449927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44752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34464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082036"/>
            <a:ext cx="10637215" cy="162814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082036"/>
            <a:ext cx="91440" cy="162814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9780"/>
            <a:ext cx="9905695" cy="325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09492"/>
            <a:ext cx="9905695" cy="120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