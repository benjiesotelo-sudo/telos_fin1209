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 (p. 232)</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786382"/>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8638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886458"/>
            <a:ext cx="6583680" cy="103378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3130550"/>
            <a:ext cx="7132320" cy="254584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30550"/>
            <a:ext cx="91440" cy="2545842"/>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240278"/>
            <a:ext cx="65836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810000"/>
            <a:ext cx="6583680" cy="179324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 (p. 232)</a:t>
            </a:r>
          </a:p>
          <a:p>
            <a:pPr algn="l">
              <a:lnSpc>
                <a:spcPct val="115000"/>
              </a:lnSpc>
              <a:spcBef>
                <a:spcPts val="600"/>
              </a:spcBef>
              <a:spcAft>
                <a:spcPts val="0"/>
              </a:spcAft>
            </a:pPr>
            <a:r>
              <a:rPr sz="1700" b="0" i="0">
                <a:solidFill>
                  <a:srgbClr val="1A1A1A"/>
                </a:solidFill>
                <a:latin typeface="Arial"/>
              </a:rPr>
              <a:t>Lim calls it a volatility breakout pattern and defines ID/NR n as an inside day breakout from the narrowest bar over the last n days (p. 232). He gives no further reason; that the narrowest bar is the quietest is our reading.</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