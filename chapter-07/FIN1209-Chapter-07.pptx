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bar and mark 2 is its inside condition.</a:t>
            </a:r>
          </a:p>
          <a:p>
            <a:r>
              <a:rPr sz="1400"/>
              <a:t>- The blue line crosses both printed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>16 minutes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9901150" y="2401721"/>
            <a:ext cx="242663" cy="11336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99995" y="23401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 is ours, with invented PHP values to show Lim (2016), p. 231.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sp>
        <p:nvSpPr>
          <p:cNvPr id="15" name="Oval 14"/>
          <p:cNvSpPr/>
          <p:nvPr/>
        </p:nvSpPr>
        <p:spPr>
          <a:xfrm>
            <a:off x="8145603" y="3166829"/>
            <a:ext cx="395295" cy="13534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850325" y="308767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9873261" y="2564501"/>
            <a:ext cx="239920" cy="11207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73261" y="2844700"/>
            <a:ext cx="239920" cy="11207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73261" y="3236978"/>
            <a:ext cx="239920" cy="11207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76220" y="257678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5901" y="274490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5901" y="33239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18259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588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131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59255" y="2882327"/>
            <a:ext cx="237177" cy="1270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2977621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898209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10024448" y="293575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63977" y="295163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1012685" y="25863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27935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and has the narrowest range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742736" y="2290265"/>
            <a:ext cx="147145" cy="206218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42736" y="2204341"/>
            <a:ext cx="294290" cy="10310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926668" y="2359005"/>
            <a:ext cx="0" cy="309327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458431" y="244524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1010226" y="20328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61709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U is ours, with invented PHP ranges to show Lim (2016), p. 232.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93208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129784"/>
            <a:ext cx="629107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45480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824934" cy="236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2131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3038550" cy="1673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75989" y="3911333"/>
            <a:ext cx="932669" cy="0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9557555" y="3250683"/>
            <a:ext cx="322847" cy="76720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36915" y="3314617"/>
            <a:ext cx="0" cy="703273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8631213" y="364630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922602" y="2985656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958474" y="366761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270824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2278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2040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583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712226" y="3255935"/>
            <a:ext cx="0" cy="673479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535152" y="3194709"/>
            <a:ext cx="318732" cy="73470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924714" y="3153892"/>
            <a:ext cx="0" cy="448987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9929213" y="35881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893798" y="293509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920825" y="3506536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180543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invented bar breaks upward at PHP 8.00.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68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678631" cy="144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6786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3129990" cy="987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528788" y="2825393"/>
            <a:ext cx="220717" cy="26013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609130" y="3201139"/>
            <a:ext cx="1177162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749506" y="2175063"/>
            <a:ext cx="220717" cy="36129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07697" y="300617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24825" y="313623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980209" y="196564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84872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62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3912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934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464323" y="2791985"/>
            <a:ext cx="212488" cy="2504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578955" y="3153721"/>
            <a:ext cx="1133271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676811" y="2165903"/>
            <a:ext cx="212488" cy="34782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50089" y="296090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00136" y="308612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93798" y="19591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30988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3020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83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325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16453" y="3914085"/>
            <a:ext cx="1217962" cy="0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8906502" y="3051350"/>
            <a:ext cx="421602" cy="100188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140726" y="3134840"/>
            <a:ext cx="0" cy="918395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738759" y="36099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425168" y="274720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2013" y="363777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19208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64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26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69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16453" y="3861798"/>
            <a:ext cx="1217962" cy="0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8906502" y="3016492"/>
            <a:ext cx="421602" cy="981645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140726" y="3098295"/>
            <a:ext cx="0" cy="89984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738759" y="356103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425168" y="271572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72013" y="358829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62985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2422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218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172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9014" y="1973082"/>
            <a:ext cx="645694" cy="14420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4067" y="1973082"/>
            <a:ext cx="645694" cy="144205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0757" y="2978148"/>
            <a:ext cx="286975" cy="26219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72494" y="253509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97548" y="253509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236622" y="305948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2462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Ideal: first bar wide on high volume; second narrow on very low volume. Barrier and trend context strengthen the potential reading.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73752"/>
            <a:ext cx="82296" cy="6644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10328"/>
            <a:ext cx="6656832" cy="664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07011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83237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375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04240"/>
            <a:ext cx="193285" cy="4397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04240"/>
            <a:ext cx="193285" cy="43976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193721"/>
            <a:ext cx="225500" cy="3115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7546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7546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45968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3972069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14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1911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453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343563"/>
            <a:ext cx="765270" cy="45865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12996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050748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