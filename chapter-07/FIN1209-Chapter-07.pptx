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cells: uptrend plus bullish formation and downtrend plus bearish formation are continuation; the mixed pairs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rows first: an uptrend has bullish trend sentiment; a downtrend has bearish trend sentiment. Columns show bullish or bearish formation.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two agreement cells are continuation; the two mixed cells are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7065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523" y="1929384"/>
            <a:ext cx="5504688" cy="3511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43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788151" y="1325880"/>
            <a:ext cx="5507431" cy="35165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52754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