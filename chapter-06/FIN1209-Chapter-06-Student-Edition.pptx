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1 to 4, as an empty box, the range, over a black box, the volume.</a:t>
            </a:r>
          </a:p>
          <a:p>
            <a:pPr algn="l">
              <a:lnSpc>
                <a:spcPct val="105000"/>
              </a:lnSpc>
              <a:spcBef>
                <a:spcPts val="0"/>
              </a:spcBef>
              <a:spcAft>
                <a:spcPts val="1100"/>
              </a:spcAft>
            </a:pPr>
            <a:r>
              <a:rPr sz="1700" b="0" i="0">
                <a:solidFill>
                  <a:srgbClr val="1A1A1A"/>
                </a:solidFill>
                <a:latin typeface="Arial"/>
              </a:rPr>
              <a:t>1 short range, low volume; 2 short, high; 3 tall, low; 4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an empty box for the bar range over a black box for the volume. 1 short on low, 2 short on high, 3 tall on low, 4 tall on high.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