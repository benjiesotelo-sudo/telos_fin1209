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25</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about 260 in 2001 to 1,900 in 2011 as volume expands: bullish. Then to about 1,200 in 2013 as volume declines: bullish too.</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151120"/>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25</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0" i="0">
                <a:solidFill>
                  <a:srgbClr val="1A1A1A"/>
                </a:solidFill>
                <a:latin typeface="Arial"/>
              </a:rPr>
              <a:t>Uptrend, ours: PHP 40 to 46 as volume shrinks 4 to 2 million, dip to 44 as it grows to 3. Opposite ways: bearish volume, a potentially weak uptrend.</a:t>
            </a:r>
          </a:p>
          <a:p>
            <a:pPr algn="l">
              <a:lnSpc>
                <a:spcPct val="105000"/>
              </a:lnSpc>
              <a:spcBef>
                <a:spcPts val="0"/>
              </a:spcBef>
              <a:spcAft>
                <a:spcPts val="1100"/>
              </a:spcAft>
            </a:pPr>
            <a:r>
              <a:rPr sz="1700" b="0" i="0">
                <a:solidFill>
                  <a:srgbClr val="1A1A1A"/>
                </a:solidFill>
                <a:latin typeface="Arial"/>
              </a:rPr>
              <a:t>Downtrend, ours: PHP 50 to 46 as volume shrinks 4 to 2 million, bounce to 48 as it grows to 3. Same way: bullish volume, a potentially bullish downtrend.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25</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Figure 6.6, below, does the same: bullish volume overall, with two dips labelled bullish divergence.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 Figure 6.6: p.178.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will buy higher, a potential downside reversal. Confirmation: a potential continuation.</a:t>
            </a:r>
          </a:p>
          <a:p>
            <a:pPr algn="l">
              <a:lnSpc>
                <a:spcPct val="118000"/>
              </a:lnSpc>
              <a:spcBef>
                <a:spcPts val="0"/>
              </a:spcBef>
              <a:spcAft>
                <a:spcPts val="1300"/>
              </a:spcAft>
            </a:pPr>
            <a:r>
              <a:rPr sz="2100" b="0" i="0">
                <a:solidFill>
                  <a:srgbClr val="1A1A1A"/>
                </a:solidFill>
                <a:latin typeface="Arial"/>
              </a:rPr>
              <a:t>The book says bullish divergence can only occur in a downtrend, bearish only in an uptrend (p.176), yet Figure 6.6 finds bullish divergence in uptrend dips.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Our reading: the p.178 summary on any stretch, so a dip inside an uptrend can be bullish divergence. 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25</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25</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25</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25</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700" b="0" i="0">
                <a:solidFill>
                  <a:srgbClr val="1A1A1A"/>
                </a:solidFill>
                <a:latin typeface="Arial"/>
              </a:rPr>
              <a:t>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box plain volume, right box price-based. Only two volume arrows flip.</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01091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25</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trust rises from about 129 to 133, October to January.</a:t>
            </a:r>
          </a:p>
          <a:p>
            <a:pPr algn="l">
              <a:lnSpc>
                <a:spcPct val="105000"/>
              </a:lnSpc>
              <a:spcBef>
                <a:spcPts val="0"/>
              </a:spcBef>
              <a:spcAft>
                <a:spcPts val="1100"/>
              </a:spcAft>
            </a:pPr>
            <a:r>
              <a:rPr sz="1700" b="0" i="0">
                <a:solidFill>
                  <a:srgbClr val="1A1A1A"/>
                </a:solidFill>
                <a:latin typeface="Arial"/>
              </a:rPr>
              <a:t>Volume and smoothed volume, a 20-day average,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 Smoothed volume: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PVO and detrending are on the figure and not explained by the book.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