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Rise over run: 10 pesos over 10 steps, then 10 pesos over 20. Same rise, longer run, flatter line.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one bar: narrow or wide range, on low or high volume, each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At 1 and 2: a narrow range candle on one of the tallest volume bars, about 12 million shares against 5 million most days.</a:t>
            </a:r>
          </a:p>
          <a:p>
            <a:pPr algn="l">
              <a:lnSpc>
                <a:spcPct val="105000"/>
              </a:lnSpc>
              <a:spcBef>
                <a:spcPts val="0"/>
              </a:spcBef>
              <a:spcAft>
                <a:spcPts val="1100"/>
              </a:spcAft>
            </a:pPr>
            <a:r>
              <a:rPr sz="1800" b="0" i="0">
                <a:solidFill>
                  <a:srgbClr val="1A1A1A"/>
                </a:solidFill>
                <a:latin typeface="Arial"/>
              </a:rPr>
              <a:t>Point 1, near a low: price then rises. Point 2, near a high: the chart ends before its reversal shows.</a:t>
            </a:r>
          </a:p>
          <a:p>
            <a:pPr algn="l">
              <a:lnSpc>
                <a:spcPct val="105000"/>
              </a:lnSpc>
              <a:spcBef>
                <a:spcPts val="0"/>
              </a:spcBef>
              <a:spcAft>
                <a:spcPts val="1100"/>
              </a:spcAft>
            </a:pPr>
            <a:r>
              <a:rPr sz="18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near a low, and 2, near a high, lined to their tall volume bars. At the left, a triangle and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the whole move, not the last few bars. Ours: PHP 60 to PHP 45 in six months, then a two-week rally to PHP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a high volume continuation bar, is a tall rising candle: against the larger downtrend. Its rally ended at the circle.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agree that without volume, price cannot move significantly: volume leading price.</a:t>
            </a:r>
          </a:p>
          <a:p>
            <a:pPr algn="l">
              <a:lnSpc>
                <a:spcPct val="105000"/>
              </a:lnSpc>
              <a:spcBef>
                <a:spcPts val="0"/>
              </a:spcBef>
              <a:spcAft>
                <a:spcPts val="1100"/>
              </a:spcAft>
            </a:pPr>
            <a:r>
              <a:rPr sz="1800" b="0" i="0">
                <a:solidFill>
                  <a:srgbClr val="1A1A1A"/>
                </a:solidFill>
                <a:latin typeface="Arial"/>
              </a:rPr>
              <a:t>Yet signals need little volume to appear. Chart, 1: a small trendline breakout on ordinary volume.</a:t>
            </a:r>
          </a:p>
          <a:p>
            <a:pPr algn="l">
              <a:lnSpc>
                <a:spcPct val="105000"/>
              </a:lnSpc>
              <a:spcBef>
                <a:spcPts val="0"/>
              </a:spcBef>
              <a:spcAft>
                <a:spcPts val="1100"/>
              </a:spcAft>
            </a:pPr>
            <a:r>
              <a:rPr sz="1800" b="0" i="0">
                <a:solidFill>
                  <a:srgbClr val="1A1A1A"/>
                </a:solidFill>
                <a:latin typeface="Arial"/>
              </a:rPr>
              <a:t>As the break becomes obvious it invites tremendous volume. Chart, 2: volume more than doubles.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Price moved first: price led volume. More often now, says the book.</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a light volume signal is not dismissed for that alone, nor proven by it: the volume may come after.</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potential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a buy stop above price and a sell stop below.</a:t>
            </a:r>
          </a:p>
          <a:p>
            <a:pPr algn="l">
              <a:lnSpc>
                <a:spcPct val="118000"/>
              </a:lnSpc>
              <a:spcBef>
                <a:spcPts val="0"/>
              </a:spcBef>
              <a:spcAft>
                <a:spcPts val="1300"/>
              </a:spcAft>
            </a:pPr>
            <a:r>
              <a:rPr sz="2100" b="0" i="0">
                <a:solidFill>
                  <a:srgbClr val="1A1A1A"/>
                </a:solidFill>
                <a:latin typeface="Arial"/>
              </a:rPr>
              <a:t>Ours: EURUSD, the euro against the US dollar, at 1.3000. Buy stop 1.3020, sell stop 1.2980: whichever price reaches first is the trade.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shows it only on EURUSD.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and order levels. Bidirectional entry: a Chapter 5 term. Stop orders: Chapter 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an intraday tick volume peak, the daily spikes in the bottom panel.</a:t>
            </a:r>
          </a:p>
          <a:p>
            <a:pPr algn="l">
              <a:lnSpc>
                <a:spcPct val="105000"/>
              </a:lnSpc>
              <a:spcBef>
                <a:spcPts val="0"/>
              </a:spcBef>
              <a:spcAft>
                <a:spcPts val="1100"/>
              </a:spcAft>
            </a:pPr>
            <a:r>
              <a:rPr sz="1800" b="0" i="0">
                <a:solidFill>
                  <a:srgbClr val="1A1A1A"/>
                </a:solidFill>
                <a:latin typeface="Arial"/>
              </a:rPr>
              <a:t>Tick volume, Part 4: a count of trades, given by fx brokers instead of volume.</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apex and bottom labels are not in the 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price comes back to a rising trendline and rebounds at 1, 4 and 5, each during a tick volume cycle peak.</a:t>
            </a:r>
          </a:p>
          <a:p>
            <a:pPr algn="l">
              <a:lnSpc>
                <a:spcPct val="105000"/>
              </a:lnSpc>
              <a:spcBef>
                <a:spcPts val="0"/>
              </a:spcBef>
              <a:spcAft>
                <a:spcPts val="1100"/>
              </a:spcAft>
            </a:pPr>
            <a:r>
              <a:rPr sz="1800" b="0" i="0">
                <a:solidFill>
                  <a:srgbClr val="1A1A1A"/>
                </a:solidFill>
                <a:latin typeface="Arial"/>
              </a:rPr>
              <a:t>There a cycle-tuned stochastic, bottom panel, showed oversold too.</a:t>
            </a:r>
          </a:p>
          <a:p>
            <a:pPr algn="l">
              <a:lnSpc>
                <a:spcPct val="105000"/>
              </a:lnSpc>
              <a:spcBef>
                <a:spcPts val="0"/>
              </a:spcBef>
              <a:spcAft>
                <a:spcPts val="1100"/>
              </a:spcAft>
            </a:pPr>
            <a:r>
              <a:rPr sz="1800" b="0" i="0">
                <a:solidFill>
                  <a:srgbClr val="1A1A1A"/>
                </a:solidFill>
                <a:latin typeface="Arial"/>
              </a:rPr>
              <a:t>At 2 and 3 the line failed, with no clear oversold reading: circles Y and X.</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two lows, PHP 100 and PHP 110, ten days apart. On a daily chart each day is one step wide: the line rises PHP 1.00 a step.</a:t>
            </a:r>
          </a:p>
          <a:p>
            <a:pPr algn="l">
              <a:lnSpc>
                <a:spcPct val="118000"/>
              </a:lnSpc>
              <a:spcBef>
                <a:spcPts val="0"/>
              </a:spcBef>
              <a:spcAft>
                <a:spcPts val="1300"/>
              </a:spcAft>
            </a:pPr>
            <a:r>
              <a:rPr sz="2100" b="0" i="0">
                <a:solidFill>
                  <a:srgbClr val="1A1A1A"/>
                </a:solidFill>
                <a:latin typeface="Arial"/>
              </a:rPr>
              <a:t>On an equivolume chart those ten days, if heavy, are drawn wider, say 20 steps. The same two lows give a line rising PHP 0.50 a step.</a:t>
            </a:r>
          </a:p>
          <a:p>
            <a:pPr algn="l">
              <a:lnSpc>
                <a:spcPct val="118000"/>
              </a:lnSpc>
              <a:spcBef>
                <a:spcPts val="0"/>
              </a:spcBef>
              <a:spcAft>
                <a:spcPts val="1300"/>
              </a:spcAft>
            </a:pPr>
            <a:r>
              <a:rPr sz="2100" b="0" i="0">
                <a:solidFill>
                  <a:srgbClr val="1A1A1A"/>
                </a:solidFill>
                <a:latin typeface="Arial"/>
              </a:rPr>
              <a:t>Same prices, different angle, so later prices meet the line at different bars: cut on one chart, not on the other.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