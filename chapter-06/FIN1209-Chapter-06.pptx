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Relative is volume against its own past: higher or lower than before. Absolute is the raw number of shares.</a:t>
            </a:r>
          </a:p>
          <a:p>
            <a:r>
              <a:rPr sz="1400"/>
              <a:t>- This is review question 7, which is more useful. The book's answer: relative, for reading trends; absolute has the uses on the slide after next.</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Unrealized means not yet sold: the loss is on paper. The book says many investors treat a paper loss as no loss, and so they hold.</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turnover out loud: 5 million of 2,000 million is a quarter of one percent; 1 million of 40 million is two and a half percent.</a:t>
            </a:r>
          </a:p>
          <a:p>
            <a:r>
              <a:rPr sz="1400"/>
              <a:t>- Liquidity is the book's word for how easily a market can be traded. It is not defined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gold line is our reading of why it matters: the chapter's two principles read volume as interest in the move.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Stocks do not have it: unlike stocks, all futures and options eventually expire.</a:t>
            </a:r>
          </a:p>
          <a:p>
            <a:r>
              <a:rPr sz="1400"/>
              <a:t>- Walk the four days. The only change that moves the count is both sides arriving together, or both leaving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a:t>
            </a:r>
          </a:p>
          <a:p>
            <a:r>
              <a:rPr sz="1400"/>
              <a:t>- The book's reason for the last case: fewer long positions being liquidated and short positions being initiated.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is over the counter, the book's phrase for the foreign exchange market. The book does not say more about it.</a:t>
            </a:r>
          </a:p>
          <a:p>
            <a:r>
              <a:rPr sz="1400"/>
              <a:t>- The proxy is for comparing relative levels, the book's words, as far as overbought and oversold go. Absolute levels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two rules as written and point at the box on the figure. Then name both gaps: what the tick is, and which way a high TRIN counts.</a:t>
            </a:r>
          </a:p>
          <a:p>
            <a:r>
              <a:rPr sz="1400"/>
              <a:t>- Do not settle the gap. The book's text says a TRIN near 3.0 is overbought, and bullish; its figure calls its bullish TRIN reading oversold. Both are bullish; the word differs.</a:t>
            </a:r>
          </a:p>
          <a:p>
            <a:r>
              <a:rPr sz="1400"/>
              <a:t>- Overbought and oversold are used and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last slide's short-term rule. Point at the boxed stretch.</a:t>
            </a:r>
          </a:p>
          <a:p>
            <a:r>
              <a:rPr sz="1400"/>
              <a:t>- The book's caption calls this a daily chart too; it is intraday, as the times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just above $80, support just below $74.</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17</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