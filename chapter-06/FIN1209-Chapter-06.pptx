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3157432" y="987552"/>
            <a:ext cx="5876829"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276304" y="1106424"/>
            <a:ext cx="5639085"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276304" y="1106424"/>
            <a:ext cx="5639085"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550624" y="1380744"/>
            <a:ext cx="5090445"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3445477" y="1958546"/>
            <a:ext cx="5300740" cy="0"/>
          </a:xfrm>
          <a:prstGeom prst="line">
            <a:avLst/>
          </a:prstGeom>
          <a:ln w="44450">
            <a:solidFill>
              <a:srgbClr val="E09B00"/>
            </a:solidFill>
          </a:ln>
        </p:spPr>
      </p:cxnSp>
      <p:sp>
        <p:nvSpPr>
          <p:cNvPr id="11" name="Oval 10"/>
          <p:cNvSpPr/>
          <p:nvPr/>
        </p:nvSpPr>
        <p:spPr>
          <a:xfrm>
            <a:off x="3290029" y="1803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1714636" y="987552"/>
            <a:ext cx="8762422" cy="202437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1833508" y="1106424"/>
            <a:ext cx="8524678" cy="178663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833508" y="1106424"/>
            <a:ext cx="8524678"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107828" y="1380744"/>
            <a:ext cx="7976038" cy="13294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2089248" y="2394588"/>
            <a:ext cx="8013198" cy="0"/>
          </a:xfrm>
          <a:prstGeom prst="line">
            <a:avLst/>
          </a:prstGeom>
          <a:ln w="44450">
            <a:solidFill>
              <a:srgbClr val="E09B00"/>
            </a:solidFill>
          </a:ln>
        </p:spPr>
      </p:cxnSp>
      <p:sp>
        <p:nvSpPr>
          <p:cNvPr id="11" name="Oval 10"/>
          <p:cNvSpPr/>
          <p:nvPr/>
        </p:nvSpPr>
        <p:spPr>
          <a:xfrm>
            <a:off x="1933800" y="22391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03371"/>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3776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5605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4262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3776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5605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41925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