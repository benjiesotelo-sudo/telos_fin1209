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gold arrow, mark 1, across the volume panel: bigger volume as the trend rises. Then the two circles, marks 2 and 3, the dips.</a:t>
            </a:r>
          </a:p>
          <a:p>
            <a:r>
              <a:rPr sz="1400"/>
              <a:t>- Both readings are the book's, on one chart: the whole trend confirmed, and each dip a bullish divergence.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eight cases change between the kinds,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boxes first: price rising, the two kinds agree. Then red, then blue: the two cases where the price-based arrow points the other way.</a:t>
            </a:r>
          </a:p>
          <a:p>
            <a:r>
              <a:rPr sz="1400"/>
              <a:t>- The numbers on the slide before are these arrows: 3 to 1 million falling, the OBV 5 to 7 rising.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mark 1. The volume panel under it falls, mark 2: non-price-based and falling, so bearish divergence.</a:t>
            </a:r>
          </a:p>
          <a:p>
            <a:r>
              <a:rPr sz="1400"/>
              <a:t>- The figure is cut in two so each panel can be read; the PVO and the ADL under it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PVO falls, mark 1, bearish divergence; the ADL rises with price, mark 2,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number on the chart is the step of the same number on the slide before. Walk them in order.</a:t>
            </a:r>
          </a:p>
          <a:p>
            <a:r>
              <a:rPr sz="1400"/>
              <a:t>- This one broke up. The same range could have broken down through the sell stops: price decides.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scale with the room: the gold box is an ordinary day, the red line the lower level, the blue line the upper.</a:t>
            </a:r>
          </a:p>
          <a:p>
            <a:r>
              <a:rPr sz="1400"/>
              <a:t>- The two green circles are the selling climaxes from the term slide, the only spikes to reach the upper level.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next slide finds this line on the gold chart and shows it moving.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solid line first, mark 1. Then the step up under the August 2011 spikes, mark 2, and where it drops back, mark 3.</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gold line is what the figure labels noise. Then the red line: only two spikes reach it.</a:t>
            </a:r>
          </a:p>
          <a:p>
            <a:r>
              <a:rPr sz="1400"/>
              <a:t>- The book's own labels 1 and 2 on the price are the two lows; the coloured numbers are 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Volume and volatility are two separate measures. When both cross their high lines on the same day, two kinds of evidence agree.</a:t>
            </a:r>
          </a:p>
          <a:p>
            <a:r>
              <a:rPr sz="1400"/>
              <a:t>- This slide goes with the two before: drop all three or none.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Lower timeframes are more sensitive: the one-day burst shows on daily and weekly bars and vanishes into the monthly ones.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two sums on the board: 67 million for the record day's month against 120 million for the busy month.</a:t>
            </a:r>
          </a:p>
          <a:p>
            <a:r>
              <a:rPr sz="1400"/>
              <a:t>- One big day cannot outweigh twenty busy ones once the days are added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