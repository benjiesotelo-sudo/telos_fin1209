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An overlay is a line drawn on top of the bars, which is why the band beats a separate oscillator here.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arrows from the circle on the volume panel up to points 1 to 3. Those are the only points used.</a:t>
            </a:r>
          </a:p>
          <a:p>
            <a:r>
              <a:rPr sz="1400"/>
              <a:t>- Tick volume counts trades, not shares; Part 4 defines it. The book uses it here because its broker gives tick volume for this market.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every line is drawn from a numbered point that sits over a volume peak.</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13</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13</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