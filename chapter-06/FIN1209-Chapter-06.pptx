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Chapter 5 glossed standard deviation as how far values typically spread from their average.</a:t>
            </a:r>
          </a:p>
          <a:p>
            <a:r>
              <a:rPr sz="1400"/>
              <a:t>- Bollinger Bands were named in Chapter 1, in the mean reverting approach, and are not explained here.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lookback period: a simple backtest may be needed to find the right filtering.</a:t>
            </a:r>
          </a:p>
          <a:p>
            <a:pPr algn="l">
              <a:lnSpc>
                <a:spcPct val="105000"/>
              </a:lnSpc>
              <a:spcBef>
                <a:spcPts val="0"/>
              </a:spcBef>
              <a:spcAft>
                <a:spcPts val="1100"/>
              </a:spcAft>
            </a:pPr>
            <a:r>
              <a:rPr sz="1800" b="0" i="0">
                <a:solidFill>
                  <a:srgbClr val="1A1A1A"/>
                </a:solidFill>
                <a:latin typeface="Arial"/>
              </a:rPr>
              <a:t>Some set it to the dominant trading cycle period, or half of it.</a:t>
            </a:r>
          </a:p>
          <a:p>
            <a:pPr algn="l">
              <a:lnSpc>
                <a:spcPct val="105000"/>
              </a:lnSpc>
              <a:spcBef>
                <a:spcPts val="0"/>
              </a:spcBef>
              <a:spcAft>
                <a:spcPts val="1100"/>
              </a:spcAft>
            </a:pPr>
            <a:r>
              <a:rPr sz="1800" b="0" i="0">
                <a:solidFill>
                  <a:srgbClr val="1A1A1A"/>
                </a:solidFill>
                <a:latin typeface="Arial"/>
              </a:rPr>
              <a:t>Figure 6.20: spikes above the smoothed volume line, each at a top or a bottom.</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 Dominant: undefined; our reading, the cycle most visible on the chart.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two or three standard deviations above average volume: only surges that cross it count.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the 20-bar average plus three standard deviations of those bars. Three bars cross it.</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two- or three-standard deviation, or sigma, filter, also called a volatility filter, keeps only the most significant surges: a 2 or 3 standard deviation Bollinger Band on volume, upper band only.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